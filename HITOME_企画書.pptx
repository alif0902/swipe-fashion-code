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222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A2229"/>
                </a:solidFill>
                <a:latin typeface="Arial"/>
              </a:rPr>
              <a:t>商品ごとの「いいね率」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いいね率</c:v>
                </c:pt>
              </c:strCache>
            </c:strRef>
          </c:tx>
          <c:spPr>
            <a:solidFill>
              <a:srgbClr val="FE697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2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ブルゾン</c:v>
                  </c:pt>
                  <c:pt idx="1">
                    <c:v>ジャケット</c:v>
                  </c:pt>
                  <c:pt idx="2">
                    <c:v>ワンピース</c:v>
                  </c:pt>
                  <c:pt idx="3">
                    <c:v>デニム</c:v>
                  </c:pt>
                  <c:pt idx="4">
                    <c:v>パーカ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0.82</c:v>
                </c:pt>
                <c:pt idx="1">
                  <c:v>0.74</c:v>
                </c:pt>
                <c:pt idx="2">
                  <c:v>0.61</c:v>
                </c:pt>
                <c:pt idx="3">
                  <c:v>0.44</c:v>
                </c:pt>
                <c:pt idx="4">
                  <c:v>0.18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2A22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FE7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HITOME。スワイプで服と出会い、見送った一着からも学ぶモバイルECアプリです。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従来のECは検索から始まるため、欲しいものが決まっていない人には入口がありません。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三つの操作だけで、閲覧から購入まで完結します。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左スワイプに負の重みを与えるのが本作品の中核です。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消費者側の学習と、店舗側の在庫判断。同じスワイプデータが両方を支えます。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保存、サイズ、レビュー。購入をためらう理由を順に取り除いています。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Next.js と PostgreSQL。テストは97件が通っています。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ご清聴ありがとうございました。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0" kern="0" dirty="0">
                <a:solidFill>
                  <a:srgbClr val="FE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HITOME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探さない。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ただ、スワイプ。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40690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服を「探す」のではなく「出会う」。スワイプで選び、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選ばなかった服からも学ぶファッションECアプリ。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フレッシュITあわ〜ど2026　作品部門　／　チーム スワイぱー</a:t>
            </a:r>
            <a:endParaRPr lang="en-US" sz="1200" dirty="0"/>
          </a:p>
        </p:txBody>
      </p:sp>
      <p:pic>
        <p:nvPicPr>
          <p:cNvPr id="6" name="Image 0" descr="/sessions/laughing-youthful-brahmagupta/mnt/outputs/deck/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566928"/>
            <a:ext cx="2862072" cy="57241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「欲しいもの」が決まっていないと、始まらない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12064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検索窓に言葉を入れる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カテゴリーを何階層もたどる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並んだ何十枚もの写真を見比べる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結局、決められないまま閉じる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45720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9AA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買い物の前に、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9AA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「考える」作業が要る。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1208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E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画面に映るのは、一度に一着だけ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左右にスワイプするだけでいい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比べない。反応するだけ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気に入ればそのまま注文へ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4572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FE6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考える前に、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FE6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身体が先に答える。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覚えることは、三つだけ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検索窓もカテゴリー階層もない。判断は一瞬で終わる。</a:t>
            </a:r>
            <a:endParaRPr lang="en-US" sz="1400" dirty="0"/>
          </a:p>
        </p:txBody>
      </p:sp>
      <p:pic>
        <p:nvPicPr>
          <p:cNvPr id="4" name="Image 0" descr="/sessions/laughing-youthful-brahmagupta/mnt/outputs/deck/sw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691640"/>
            <a:ext cx="5120640" cy="2487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4489704"/>
            <a:ext cx="310896" cy="310896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6" name="Text 3"/>
          <p:cNvSpPr/>
          <p:nvPr/>
        </p:nvSpPr>
        <p:spPr>
          <a:xfrm>
            <a:off x="1737360" y="44348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左にスワイプ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0" y="443484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見送る。この判断も学習される。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234440" y="5148072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6"/>
          <p:cNvSpPr/>
          <p:nvPr/>
        </p:nvSpPr>
        <p:spPr>
          <a:xfrm>
            <a:off x="1737360" y="50932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右にスワイプ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0" y="509320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サイズ・カラーを選んで、そのまま購入へ。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234440" y="5806440"/>
            <a:ext cx="310896" cy="310896"/>
          </a:xfrm>
          <a:prstGeom prst="ellipse">
            <a:avLst/>
          </a:prstGeom>
          <a:solidFill>
            <a:srgbClr val="FE6970"/>
          </a:solidFill>
          <a:ln/>
        </p:spPr>
      </p:sp>
      <p:sp>
        <p:nvSpPr>
          <p:cNvPr id="12" name="Text 9"/>
          <p:cNvSpPr/>
          <p:nvPr/>
        </p:nvSpPr>
        <p:spPr>
          <a:xfrm>
            <a:off x="1737360" y="57515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「いいね！」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0" y="5751576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「一目惚れ」に保存し、あとでゆっくり選ぶ。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「これは違う」が、多くを語る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67512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011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多くの推薦システムは「好き」だけを学習する。HITOME は見送られた一着にも重みを与える。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30175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FE69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E6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「いいね！」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30175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01752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右スワイプ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30175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9AA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AA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7492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左スワイプ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直近5回のスワイプから、カテゴリー・ブランド・色・価格帯の4軸で好みを組み立てる。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スワイプするほど、フィードは静かに形を変えていく。</a:t>
            </a:r>
            <a:endParaRPr lang="en-US" sz="1400" dirty="0"/>
          </a:p>
        </p:txBody>
      </p:sp>
      <p:pic>
        <p:nvPicPr>
          <p:cNvPr id="15" name="Image 0" descr="/sessions/laughing-youthful-brahmagupta/mnt/outputs/deck/line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331720"/>
            <a:ext cx="3886200" cy="11978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35240" y="3657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好みに寄せて並べ替えられたフィード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同じデータが、店側にも届く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普通の店が知れるのは「何が売れたか」だけ。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828800"/>
            <a:ext cx="406908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21488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見られたのに、選ばれなかった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269748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この情報は、売上表には決して現れない。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左スワイプは「見たが買わなかった」という事実そのもの。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仕入れの判断に、これまでなかった材料が加わる。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46177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i="1" dirty="0">
                <a:solidFill>
                  <a:srgbClr val="FE6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売れた理由より、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i="1" dirty="0">
                <a:solidFill>
                  <a:srgbClr val="FE6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売れなかった理由のほうが多い。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買うまでを、途切れさせない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7889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947672"/>
            <a:ext cx="274320" cy="274320"/>
          </a:xfrm>
          <a:prstGeom prst="ellipse">
            <a:avLst/>
          </a:prstGeom>
          <a:solidFill>
            <a:srgbClr val="FE6970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9110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一目惚れ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気になった一着を保存。あとから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ゆっくり選び直せる。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3320" y="1691640"/>
            <a:ext cx="27889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59352" y="1947672"/>
            <a:ext cx="274320" cy="274320"/>
          </a:xfrm>
          <a:prstGeom prst="ellipse">
            <a:avLst/>
          </a:prstGeom>
          <a:solidFill>
            <a:srgbClr val="FE6970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9110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サイズガイド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59352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身長と胸囲から選べる早見表を、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サイズ選択のその場に。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27889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4005072"/>
            <a:ext cx="274320" cy="274320"/>
          </a:xfrm>
          <a:prstGeom prst="ellipse">
            <a:avLst/>
          </a:prstGeom>
          <a:solidFill>
            <a:srgbClr val="FE6970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9684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4480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評価をタップすると、実際の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着用コメントがその場で開く。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03320" y="3749040"/>
            <a:ext cx="27889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59352" y="4005072"/>
            <a:ext cx="274320" cy="274320"/>
          </a:xfrm>
          <a:prstGeom prst="ellipse">
            <a:avLst/>
          </a:prstGeom>
          <a:solidFill>
            <a:srgbClr val="FE6970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39684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ゲスト利用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59352" y="4480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登録なしで使え、登録時に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匿名の履歴を引き継ぐ。</a:t>
            </a:r>
            <a:endParaRPr lang="en-US" sz="1200" dirty="0"/>
          </a:p>
        </p:txBody>
      </p:sp>
      <p:pic>
        <p:nvPicPr>
          <p:cNvPr id="19" name="Image 0" descr="/sessions/laughing-youthful-brahmagupta/mnt/outputs/deck/fl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103120"/>
            <a:ext cx="4572000" cy="21488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49440" y="4434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商品写真は「モデル」と「単品」の二枚組。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迷う理由をひとつずつ潰していく。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構成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利用者はスマートフォン、管理者はPC。役割ごとに最適な形へ。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084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6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利用者側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スマートフォン向け Web アプリ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2004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対応・ホーム画面に追加可能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スワイプ操作に最適化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会員登録なしで利用可能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47472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2084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6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管理者側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81728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向け管理画面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81728" y="32004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商品の登録・写真の切り抜き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スワイプの集計と可視化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権限は毎回サーバーで検証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47472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9525">
            <a:solidFill>
              <a:srgbClr val="F0E4E7"/>
            </a:solidFill>
            <a:prstDash val="solid"/>
          </a:ln>
          <a:effectLst>
            <a:outerShdw sx="100000" sy="100000" kx="0" ky="0" algn="bl" rotWithShape="0" blurRad="177800" dist="38100" dir="5400000">
              <a:srgbClr val="B08A92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30768" y="2084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6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30768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型安全を最優先に選定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30768" y="32004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 / TypeScript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Drizzle ORM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7A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件の自動テスト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服との出会い方そのものを、</a:t>
            </a:r>
            <a:endParaRPr lang="en-US" sz="4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変える。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9776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検索から始まらない買い物。見送った一着さえ無駄にしない学習。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そして、店側が初めて手にする「選ばれなかった理由」。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0" kern="0" dirty="0">
                <a:solidFill>
                  <a:srgbClr val="FE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HITOME</a:t>
            </a:r>
            <a:endParaRPr lang="en-US" sz="1500" dirty="0"/>
          </a:p>
        </p:txBody>
      </p:sp>
      <p:pic>
        <p:nvPicPr>
          <p:cNvPr id="5" name="Image 0" descr="/sessions/laughing-youthful-brahmagupta/mnt/outputs/deck/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777240"/>
            <a:ext cx="246888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HITOME — スワイプで出会う、次の一着</dc:title>
  <dc:subject>PptxGenJS Presentation</dc:subject>
  <dc:creator>MUHAMMAD ALIF HAMKA</dc:creator>
  <cp:lastModifiedBy>MUHAMMAD ALIF HAMKA</cp:lastModifiedBy>
  <cp:revision>1</cp:revision>
  <dcterms:created xsi:type="dcterms:W3CDTF">2026-08-04T13:08:07Z</dcterms:created>
  <dcterms:modified xsi:type="dcterms:W3CDTF">2026-08-04T13:08:07Z</dcterms:modified>
</cp:coreProperties>
</file>